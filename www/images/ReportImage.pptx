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5069-E860-448C-9E7C-3CE6D1074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E1103-47A6-4770-B541-B5EC56983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2AA69-DE50-4242-818A-DF690C23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4F255-FA58-45C8-985D-8CE5AB99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B08FC-80C3-42E4-8834-B562999C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72843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213B-E8C3-4A0B-9AF0-E35B0C61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2B52-B741-4753-9767-FDF53E255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ABE3D-2370-46A5-A13E-157768C5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19E16-FBFC-4268-B1C3-2BF857C5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5D895-5305-4A15-95F1-79205A12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72430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BB06-750E-4C3B-B2C7-E361E856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BE392-52FE-411C-BACF-FAA02ED8D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87B59-80F1-4BFE-A205-E539D3AB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5EE98-A1D9-4BCB-BFD4-0147C64B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F9264-B706-440C-BEBA-4A7ED688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51732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12543-E49F-48B5-B20C-A1303D6A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D898E-7557-4CDE-8378-C743E75A1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B5F3E-CC6C-49F1-94DA-82634C72D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B00EC-F38A-40A7-8044-7143C5EB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1F1A-8B69-4049-9556-8398A338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5F7B0-A7A5-427A-9C39-9B5515BA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0881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0C40D-803E-4DD9-8F19-EA2739F5C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4AE52-0C40-4259-9012-924DCD738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997BA-4568-4CBC-B3F0-C4FFC03C1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45DDB-C110-4589-AB33-C4E204686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08241-5FAA-4169-8E55-68CC774E4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994AD-CA03-4750-816A-5473417A9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A457D-3DB0-4F5C-AAE0-F5A10E7E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3DC34-C40A-40DD-A4F1-191FA683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80206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223F-DE8E-4304-929D-3D62CC56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21BD7-B032-46B7-B0FE-3703FB19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3486A-03A6-427F-B8A5-3516AB15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26346-17C1-420D-903C-67F080FD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87234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9C6E6-5C40-445B-B35F-3B5A79CF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96B4C-F59D-47A5-8C41-134B3C75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70673-CD00-4268-BCFD-3B90AB42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89017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7470-B423-471D-93B0-2EF692060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E3E4-06FF-4C2D-B295-C2C89ABA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88721-0BCA-4A52-89E9-5F30949CF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960EC-8D23-46CA-8A8E-E19AAE15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734DD-EF2F-41D1-8302-B0809E4E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23588-9318-458D-9F0F-B4681CC5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21282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BB5E-3042-40AD-9EF1-1FB5E279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38BC3-783C-4A25-8CB2-2A9E0F349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1E07D-8C20-4935-AD65-4E5E96504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033E9-2F05-47F7-BD56-204AE381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99C7-9E5F-411C-B1C3-97CFAFF6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CD098-F44D-45A8-80F6-74AB064E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5693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2FB1-727F-4BCB-8ECB-9F2F6534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A324D-D40A-461C-B76D-7D1CD778D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5F02A-C42F-49B6-8D9A-B6A3BBC9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8A17B-5204-4F13-AFB8-BCFE6CF7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2876A-B86E-4197-877C-D438F47A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55776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D9D8D-6309-446D-9456-F14347243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6679F-A64A-4D52-B60C-C181FFE18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543B1-F8BF-41F9-A567-9B74CD05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8B215-5E7D-47BE-B3FE-8AD7883D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F03C2-217B-4650-BDFC-2986F61F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39282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15F07B-76DE-4EF5-AB35-5F130184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ACC88-F595-408E-B090-53E8E00E8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6E05B-0F26-42C8-A991-F6A0AE802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218A3-C820-45FA-B5BE-CF911C736AC2}" type="datetimeFigureOut">
              <a:rPr lang="en-BZ" smtClean="0"/>
              <a:t>20-May-2025</a:t>
            </a:fld>
            <a:endParaRPr lang="en-B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C092-377C-4724-B6ED-022643BA6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48BC-0B94-4272-86A1-D36ECEFE6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1FD8F-A46A-4C4A-969F-8721218E60B5}" type="slidenum">
              <a:rPr lang="en-BZ" smtClean="0"/>
              <a:t>‹#›</a:t>
            </a:fld>
            <a:endParaRPr lang="en-BZ"/>
          </a:p>
        </p:txBody>
      </p:sp>
    </p:spTree>
    <p:extLst>
      <p:ext uri="{BB962C8B-B14F-4D97-AF65-F5344CB8AC3E}">
        <p14:creationId xmlns:p14="http://schemas.microsoft.com/office/powerpoint/2010/main" val="141178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0064FF-6D08-4BB1-9162-99303994A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422627">
            <a:off x="2466187" y="1234258"/>
            <a:ext cx="3525334" cy="46054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559F3E-15CB-46EE-BCA0-41166CBB6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99361">
            <a:off x="3559469" y="370877"/>
            <a:ext cx="3902752" cy="50760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14675-5362-498A-A8DC-C533D858A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7569">
            <a:off x="5225326" y="2323748"/>
            <a:ext cx="3234709" cy="42111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242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Schmidt</dc:creator>
  <cp:lastModifiedBy>Jessica Schmidt</cp:lastModifiedBy>
  <cp:revision>1</cp:revision>
  <dcterms:created xsi:type="dcterms:W3CDTF">2025-05-20T20:26:50Z</dcterms:created>
  <dcterms:modified xsi:type="dcterms:W3CDTF">2025-05-20T20:26:59Z</dcterms:modified>
</cp:coreProperties>
</file>